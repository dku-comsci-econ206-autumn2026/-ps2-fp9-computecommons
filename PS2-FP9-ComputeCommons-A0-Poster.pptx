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74efee252949ca" /><Relationship Type="http://schemas.openxmlformats.org/officeDocument/2006/relationships/extended-properties" Target="/docProps/app.xml" Id="R5f1b699aeefd43ab" /><Relationship Type="http://schemas.openxmlformats.org/officeDocument/2006/relationships/officeDocument" Target="/ppt/presentation.xml" Id="Rf0c1e2466b4942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614be5d0b44b92"/>
  </p:sldMasterIdLst>
  <p:notesMasterIdLst>
    <p:notesMasterId xmlns:r="http://schemas.openxmlformats.org/officeDocument/2006/relationships" r:id="R376b8811518b4a22"/>
  </p:notesMasterIdLst>
  <p:sldIdLst>
    <p:sldId xmlns:r="http://schemas.openxmlformats.org/officeDocument/2006/relationships" id="256" r:id="R534850ae36754d0c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aa578695144241" /><Relationship Type="http://schemas.openxmlformats.org/officeDocument/2006/relationships/slideMaster" Target="/ppt/slideMasters/slideMaster1.xml" Id="R82614be5d0b44b92" /><Relationship Type="http://schemas.openxmlformats.org/officeDocument/2006/relationships/notesMaster" Target="/ppt/notesMasters/notesMaster1.xml" Id="R376b8811518b4a22" /><Relationship Type="http://schemas.openxmlformats.org/officeDocument/2006/relationships/presProps" Target="/ppt/presProps.xml" Id="R22204ea1d76546dd" /><Relationship Type="http://schemas.openxmlformats.org/officeDocument/2006/relationships/tableStyles" Target="/ppt/tableStyles.xml" Id="R852dba76995c4bec" /><Relationship Type="http://schemas.openxmlformats.org/officeDocument/2006/relationships/slide" Target="/ppt/slides/slide1.xml" Id="R534850ae36754d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a20291e93246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ompute Commons">
  <a:themeElements>
    <a:clrScheme name="Compute Common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mpute Common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b8138154af4c3c" /><Relationship Type="http://schemas.openxmlformats.org/officeDocument/2006/relationships/notesMaster" Target="/ppt/notesMasters/notesMaster1.xml" Id="R8f6ea1542698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Vickrey (1961), DOI 10.1111/j.1540-6261.1961.tb02789.x; Mahajan et al. (2020), https://www.usenix.org/conference/nsdi20/presentation/mahajan; Kim et al. (2024), https://openvla.github.io/. All table outputs are synthetic fresh-run results from code/model.py, version ps2-review-2026-09-27. Designated GitHub: https://github.com/dku-comsci-econ206-Autumn2026/-PS2-FP9-ComputeCommons; Hugging Face: https://huggingface.co/spaces/dku-comsci-econ206-2026/Xinrong_Sun. PS2 upload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1f9424ab442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ffc657cab4fcf" /><Relationship Type="http://schemas.openxmlformats.org/officeDocument/2006/relationships/slideLayout" Target="/ppt/slideLayouts/slideLayout1.xml" Id="Rb7c1a864a3ac47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c1a864a3ac47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mpute Commons">
  <a:themeElements>
    <a:clrScheme name="Compute Common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mpute Common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538d1e33c417a" /><Relationship Type="http://schemas.openxmlformats.org/officeDocument/2006/relationships/image" Target="/ppt/media/image.png" Id="Re114d1a267104b9f" /><Relationship Type="http://schemas.openxmlformats.org/officeDocument/2006/relationships/notesSlide" Target="/ppt/notesSlides/notesSlide1.xml" Id="R6a79fdf2557a47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PS2 RESEARCH SYMPOSIUM   |   FALL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00734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7343"/>
                </a:solidFill>
                <a:latin typeface="Calibri"/>
                <a:ea typeface="Calibri"/>
                <a:cs typeface="Calibri"/>
              </a:rPr>
              <a:t>REVIEW DRAFT · 27 SEPTEMBER 2026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0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9450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Compute Commons: Access Rights</a:t>
            </a:r>
          </a:p>
          <a:p xmlns:a="http://schemas.openxmlformats.org/drawingml/2006/main">
            <a:pPr algn="l">
              <a:buNone/>
              <a:defRPr sz="9450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9450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in Embodied-AI Inference Auctions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Xinrong Sun     FP9 · Compute Commons     Duke Kunshan University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4d1a267104b9f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Access credits can preserve truthful value bidding,</a:t>
            </a:r>
          </a:p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but truthful values do not guarantee truthful eligibility.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&amp; model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Can protected access change who receives inference slots while preserving truthful value reports?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Vickrey establishes the incentive benchmark [1]. Themis already auctions GPU resources [2]. We test an institutional boundary, not a new auction theorem.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144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&amp; foundations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0"/>
            <a:ext cx="1104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Three firms want at most one window each. Private values: A = 10, B = 9, E = 6.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Two identical windows. E has verified entrant status. Utility = value − payment if selected.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Static, incomplete information. Truthful bids are weakly dominant and form a BNE.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Game theory: test unilateral bid deviations.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Social choice: report firm value, entrant access and worker authority separately.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Mechanism design: set a credit and reservation before bids, then use critical payments.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or allocation comparison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Score = bid + credit for verified E.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Allocate the top remaining scores. Winners pay the highest losing score minus their credit, floored at zero. Fixed ties: A, B, E.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One sealed round ends after payment. This is admission, not real-time robot control.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Design &amp;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1382375"/>
            <a:ext cx="1489576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Four rules isolate two public choices</a:t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013180"/>
            <a:ext cx="143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97250"/>
            <a:ext cx="161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Figure 1. Same private values and total capacity in every treatment. Worker reservations remove windows from the commercial auction.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7859375"/>
            <a:ext cx="1489576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Actual synthetic comparison</a:t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1105495"/>
            <a:ext cx="14324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241125"/>
            <a:ext cx="16134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Credit alone changes winners from A, B to A, E. Firm value falls by 3 while revenue rises by 2.</a:t>
            </a:r>
          </a:p>
          <a:p xmlns:a="http://schemas.openxmlformats.org/drawingml/2006/main">
            <a:pPr algn="l">
              <a:buNone/>
              <a:defRPr sz="307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The combined rule reserves one worker window and admits E. These outputs do not measure human welfare.</a:t>
            </a:r>
          </a:p>
          <a:p xmlns:a="http://schemas.openxmlformats.org/drawingml/2006/main">
            <a:pPr algn="l">
              <a:buNone/>
              <a:defRPr sz="307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07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144,439 Python checks pass. Run code/model.py.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Impact &amp; dialogue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B87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B87"/>
                </a:solidFill>
                <a:latin typeface="Calibri"/>
                <a:ea typeface="Calibri"/>
                <a:cs typeface="Calibri"/>
              </a:rPr>
              <a:t>Proposed case: an OpenVLA testbed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906250"/>
            <a:ext cx="11049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A shared tabletop-robot evaluation service [3] could admit smaller embodied-AI firms and protect worker-selected task tests.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First measure latency, compatibility and actual use of reserved windows. Publish decisions and allow eligibility appeals. No deployment or partnership is claimed.</a:t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Interdisciplinary evidence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6573500"/>
            <a:ext cx="110490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Behavioral artifact: predict a payment, submit a bid, inspect utility and record reflection. Report bid error and utility regret separately.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The classroom proposal motivates confusion and winning-preference hypotheses. The comparison uses synthetic bids.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Computational artifact: exact threshold rules, four treatments and a 39-setting sensitivity sweep.</a:t>
            </a:r>
          </a:p>
          <a:p xmlns:a="http://schemas.openxmlformats.org/drawingml/2006/main">
            <a:pPr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The false-label test changes the design: verify eligibility before bidding.</a:t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Limitations &amp; next test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955250"/>
            <a:ext cx="1104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With reserve 1 and credit 5, A gains 4 by falsely claiming entrant status. A value-truthful mechanism cannot fix this.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Next: verified eligibility, measured inference windows and a comprehension pilot. How should access claims be audited?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5812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734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7343"/>
                </a:solidFill>
                <a:latin typeface="Calibri"/>
                <a:ea typeface="Calibri"/>
                <a:cs typeface="Calibri"/>
              </a:rPr>
              <a:t>SEP 28  Poster discussion and peer challenge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0734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7343"/>
                </a:solidFill>
                <a:latin typeface="Calibri"/>
                <a:ea typeface="Calibri"/>
                <a:cs typeface="Calibri"/>
              </a:rPr>
              <a:t>SEP 30  Revision after actual feedback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I thank Professor Luyao Zhang for the course framing, feedback and templates. This project builds on my PS1 work and classroom auction proposal.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384500"/>
            <a:ext cx="16134016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[1] Vickrey (1961), J. Finance 16(1), 8–37. doi:10.1111/j.1540-6261.1961.tb02789.x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[2] Mahajan et al. (2020). Themis. NSDI, 289–304.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[3] Kim et al. (2024). OpenVLA. arXiv:2406.09246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17" y="28384500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GitHub: dku-comsci-econ206-Autumn2026 /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-PS2-FP9-ComputeCommons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HF: dku-comsci-econ206-2026 / Xinrong_Sun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Destinations established; PS2 upload pending.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2125" y="284035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800" y="28508325"/>
            <a:ext cx="74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8950" y="284035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000" y="2850832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813250"/>
            <a:ext cx="4013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7304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A0 landscape · 1189 × 841 mm     Synthetic evidence. </a:t>
            </a:r>
            <a:r>
              <a:rPr sz="1950" b="0">
                <a:solidFill>
                  <a:srgbClr val="173047"/>
                </a:solidFill>
                <a:latin typeface="Calibri"/>
                <a:ea typeface="Calibri"/>
                <a:cs typeface="Calibri"/>
              </a:rPr>
              <a:t>Reviewed by the author. Public deployment and symposium response remain pending.</a:t>
            </a:r>
          </a:p>
        </p:txBody>
      </p:sp>
      <p:graphicFrame>
        <p:nvGraphicFramePr>
          <p:cNvPr id="107" name=""/>
          <p:cNvGraphicFramePr/>
          <p:nvPr/>
        </p:nvGraphicFramePr>
        <p:xfrm>
          <a:off xmlns:a="http://schemas.openxmlformats.org/drawingml/2006/main" x="13954125" y="12382500"/>
          <a:ext xmlns:a="http://schemas.openxmlformats.org/drawingml/2006/main" cx="14859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4429125"/>
                <a:gridCol w="4429125"/>
              </a:tblGrid>
              <a:tr h="60960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Worker reserve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Entrant credit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Standard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Credit only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Reserve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Both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"/>
          <p:cNvGraphicFramePr/>
          <p:nvPr/>
        </p:nvGraphicFramePr>
        <p:xfrm>
          <a:off xmlns:a="http://schemas.openxmlformats.org/drawingml/2006/main" x="13954125" y="18859500"/>
          <a:ext xmlns:a="http://schemas.openxmlformats.org/drawingml/2006/main" cx="14859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857500"/>
                <a:gridCol w="2286000"/>
                <a:gridCol w="1809750"/>
                <a:gridCol w="1809750"/>
              </a:tblGrid>
              <a:tr h="83820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Wins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Pays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Utility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Rev.</a:t>
                      </a:r>
                    </a:p>
                  </a:txBody>
                  <a:tcPr marL="91440" marR="91440" marT="45720" marB="45720">
                    <a:solidFill>
                      <a:srgbClr val="003B8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Standard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6 /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4 /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Credit only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A, E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9 / 5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 / 1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Reserve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Both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0">
                          <a:solidFill>
                            <a:srgbClr val="17304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ompute Commons">
  <a:themeElements>
    <a:clrScheme name="Compute Common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mpute Common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Xinrong Sun</dc:creator>
  <ns0:lastModifiedBy>Xinrong Sun</ns0:lastModifiedBy>
  <dc:title>Compute Commons: Access Rights in Embodied-AI Inference Auctions</dc:title>
  <ns2:created xsi:type="dcterms:W3CDTF">2026-09-27T14:44:09.9360000Z</ns2:created>
  <ns2:modified xsi:type="dcterms:W3CDTF">2026-09-27T14:44:09.9360000Z</ns2:modified>
</ns0:coreProperties>
</file>